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87" r:id="rId4"/>
    <p:sldId id="259" r:id="rId5"/>
    <p:sldId id="288" r:id="rId6"/>
    <p:sldId id="260" r:id="rId7"/>
    <p:sldId id="261" r:id="rId8"/>
    <p:sldId id="283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4" r:id="rId27"/>
    <p:sldId id="285" r:id="rId28"/>
    <p:sldId id="286" r:id="rId2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78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6A35BF-6C3F-5131-3377-34777EE540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296B941-B8DA-1AA5-CBD3-2E8FB2FFBD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DCFAE4-5614-BCC8-F6CF-470FABCAE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AC4AE-BBBF-44A4-9639-F447D6C81356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5D75AF-10AA-1C8B-C912-D28984DE6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FD6EF2-0BF0-06B2-CC49-E2B9CF75C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12F1B-1865-4EE3-BBFD-80B59E7A4B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0015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4A3E31-E535-D275-9A5F-C51E745F1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0EC84A-2E15-B9FB-B41F-D1D09CCA5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B9C196-1251-9063-8A13-A2DD41E60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AC4AE-BBBF-44A4-9639-F447D6C81356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C26909-8A90-A85F-4786-4B4CFC68A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74BF52-DD63-93B4-6E48-1B3E2594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12F1B-1865-4EE3-BBFD-80B59E7A4B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2232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EF4297-5A78-40F2-87D6-491F6475D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B438CE9-5D8D-3556-D758-89323C277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329B88-7E24-1054-29B1-488DAF60F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AC4AE-BBBF-44A4-9639-F447D6C81356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E7BA25-602E-58EF-8867-391A18255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D6FC84-1D78-E0A2-ED50-8C6961857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12F1B-1865-4EE3-BBFD-80B59E7A4B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7722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227F35-7495-ACBB-D086-935FBDE68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DB739A-84A3-CBFE-0D52-644AE49368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11C4A42-9613-08D9-0536-0660236A5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ED7C960-78A0-06AB-8127-DB18A125A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AC4AE-BBBF-44A4-9639-F447D6C81356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F33C3C6-07A1-C546-4022-293CA42AE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640E7B9-8018-1196-7AC0-44A4CC4F7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12F1B-1865-4EE3-BBFD-80B59E7A4B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381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7A66B2-E7B3-415D-89EE-764645CB4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3AFE15D-E63D-5576-4B48-DCB0EC10B3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3481CEA-FED1-323F-A2D1-8C31219DE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EAD67D8-7AB5-41F2-E630-9F2481CDA0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67D6F7C-410E-B70E-72FA-6553E5AB42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B1882E0-70E9-160F-9EC9-05073F835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AC4AE-BBBF-44A4-9639-F447D6C81356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C829B35-DB5B-B5D2-911D-3215AE654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3A9EC6F-B1D6-C662-8416-67DCB2134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12F1B-1865-4EE3-BBFD-80B59E7A4B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8818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254C20-A68E-5A3D-EDC0-6AE5C1E80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50C4435-7144-C986-3AD4-224DE5EAB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AC4AE-BBBF-44A4-9639-F447D6C81356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3DE4D61-AE80-35BB-64D4-3E4EC1C18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88BD3CB-DD8B-BD61-5328-FD7DF6C46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12F1B-1865-4EE3-BBFD-80B59E7A4B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5910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908EA8F-B879-0288-6751-992540778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AC4AE-BBBF-44A4-9639-F447D6C81356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92C97A6-200C-2AE6-C2FE-9FEBB0018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2010DCB-F131-54C6-5E19-3CBBC4F9A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12F1B-1865-4EE3-BBFD-80B59E7A4B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7202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3008C6-FA00-11B6-7A24-AD9A94DFB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2D0937-42CE-1387-7C8E-06E8AA7B0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AA40803-F932-EB05-26F0-C5342144AC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A9724C2-D7EC-CCAA-484B-0082C4DE4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AC4AE-BBBF-44A4-9639-F447D6C81356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E880D08-8529-C31A-B433-F52BFAE55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75819CB-ED2A-B4CA-9CAC-FD3CF2045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12F1B-1865-4EE3-BBFD-80B59E7A4B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4932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9EABD3-8886-ACEE-7E07-75E9BE1D1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A9E80FE-1563-75BD-2B97-7EF0924C69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BD70601-663F-294D-DCE4-9D4FC7DA68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13308DC-682B-7F44-A1AF-F77BC98A5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AC4AE-BBBF-44A4-9639-F447D6C81356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DBB190-B362-7A5D-326B-359FD7A70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C272B60-B941-CF09-A122-25C358F0C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12F1B-1865-4EE3-BBFD-80B59E7A4B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7903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DA84F9-6359-2C59-2AB1-CDAFB3C2C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8EF24B7-F077-8A74-B77E-BD041AF795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979DD8-F125-D976-CB5A-DAEA7D0E9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AC4AE-BBBF-44A4-9639-F447D6C81356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1EE817-BE28-3916-673F-52A340731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1CF729-CCBB-F4D6-80FF-7D3A4E3E4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12F1B-1865-4EE3-BBFD-80B59E7A4B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230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85F743-657C-147F-B31D-2D71C1F056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60C8664-122D-E27F-DA4A-E44B4239A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EFF6DD-08D6-93F5-9F17-3D1C2331F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AC4AE-BBBF-44A4-9639-F447D6C81356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FD645A-15BC-F913-E15E-58017E443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447140-FCD2-9CF7-77B3-51F73B9A9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12F1B-1865-4EE3-BBFD-80B59E7A4B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860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9D8219-1B76-EB81-5F7E-FC07CCB0B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C5C7636-7863-21AD-BB3C-937241347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129818-74D9-8FA1-4461-9A8CE99B81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3AC4AE-BBBF-44A4-9639-F447D6C81356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9076BE-FDB1-6F1C-D96B-0B1C52E2B3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5DB903-9B73-985A-7971-AF4BB21D31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F12F1B-1865-4EE3-BBFD-80B59E7A4B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4702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F66A64-7EE8-ADBE-3D7C-59BE9F432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8" y="666351"/>
            <a:ext cx="10558405" cy="30443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Проблема</a:t>
            </a:r>
            <a:endParaRPr lang="en-US" sz="4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1BC8B5-6467-DCAE-13C3-10C733941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708" y="3866064"/>
            <a:ext cx="10558405" cy="22344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Менеджер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не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может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управлять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большим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количеством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сотрудников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5448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83C8BB-DCC0-8725-5C78-82A18AF3E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CANVAS </a:t>
            </a:r>
            <a:r>
              <a:rPr lang="en-US" sz="4000" dirty="0">
                <a:solidFill>
                  <a:srgbClr val="FFFFFF"/>
                </a:solidFill>
              </a:rPr>
              <a:t>AS IS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E88D6552-8EE8-322B-F3AE-942323E53B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97" y="1573735"/>
            <a:ext cx="11687002" cy="5283690"/>
          </a:xfrm>
        </p:spPr>
      </p:pic>
    </p:spTree>
    <p:extLst>
      <p:ext uri="{BB962C8B-B14F-4D97-AF65-F5344CB8AC3E}">
        <p14:creationId xmlns:p14="http://schemas.microsoft.com/office/powerpoint/2010/main" val="651466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C330A3-70D6-7A87-0AB6-77ED1F30D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4943B58-C94E-D334-0A07-B36804514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D69317-DF2C-CC76-31A7-3E1C57204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AEAEBB-3585-DFDA-DB65-60E3B6D0F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CD6526-65B0-0CC7-D4FB-3C1178D59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34B7A7-0B79-7541-31DC-A819DD398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CANVAS TO BE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0F93CBD-6E62-4EE5-BA87-A02AF80922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0196" y="1885564"/>
            <a:ext cx="12191999" cy="472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176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6" name="Rectangle 1045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5E1218-8C50-8EFF-E591-B27FDBABF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30" y="1138301"/>
            <a:ext cx="1771657" cy="34269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Карта</a:t>
            </a:r>
            <a:r>
              <a:rPr lang="en-US" sz="2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процессов</a:t>
            </a:r>
            <a:br>
              <a:rPr lang="en-US" sz="2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AS IS</a:t>
            </a:r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54B91F-0555-4869-1ADF-908A2A4FE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529" y="0"/>
            <a:ext cx="89662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3938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509ACC-0E89-639D-D0BB-471E2683D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6" name="Rectangle 1045">
            <a:extLst>
              <a:ext uri="{FF2B5EF4-FFF2-40B4-BE49-F238E27FC236}">
                <a16:creationId xmlns:a16="http://schemas.microsoft.com/office/drawing/2014/main" id="{EDD7AA83-5EA6-367F-9122-15F811506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E42054-9741-A175-78CE-2324DA706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30" y="1138301"/>
            <a:ext cx="1771657" cy="34269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Карта</a:t>
            </a:r>
            <a:r>
              <a:rPr lang="en-US" sz="2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процессов</a:t>
            </a:r>
            <a:br>
              <a:rPr lang="en-US" sz="2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 BE</a:t>
            </a:r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B2173A16-0726-C585-6D19-74F8F3E18F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5D2B2076-EEBB-1D66-7CEE-9B92156FB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EDAB0D0-F790-0496-DB34-6FC40B28E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94269" y="18288"/>
            <a:ext cx="10482317" cy="6839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3929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559AC2E-6F36-BECA-A69B-BA1D11CA6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815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BA4369-2D39-AE88-3605-3B0802CB9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STORY MAPPING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3" name="Стрелка: вниз 12">
            <a:extLst>
              <a:ext uri="{FF2B5EF4-FFF2-40B4-BE49-F238E27FC236}">
                <a16:creationId xmlns:a16="http://schemas.microsoft.com/office/drawing/2014/main" id="{A29F638C-3BA9-D0AE-72A6-B89F22E767D1}"/>
              </a:ext>
            </a:extLst>
          </p:cNvPr>
          <p:cNvSpPr/>
          <p:nvPr/>
        </p:nvSpPr>
        <p:spPr>
          <a:xfrm>
            <a:off x="5878830" y="3073703"/>
            <a:ext cx="434340" cy="385411"/>
          </a:xfrm>
          <a:prstGeom prst="downArrow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1" name="Объект 20">
            <a:extLst>
              <a:ext uri="{FF2B5EF4-FFF2-40B4-BE49-F238E27FC236}">
                <a16:creationId xmlns:a16="http://schemas.microsoft.com/office/drawing/2014/main" id="{9F17019E-479D-47C1-87C3-6E21282A8C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7592" y="5164161"/>
            <a:ext cx="12044408" cy="84696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2787010-9BB5-3F8F-724E-D21C48DFD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248" y="1690688"/>
            <a:ext cx="10950858" cy="1344688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43DEE62-7720-D1F0-3A93-6FB72B7F16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206" y="3497441"/>
            <a:ext cx="10699588" cy="1082781"/>
          </a:xfrm>
          <a:prstGeom prst="rect">
            <a:avLst/>
          </a:prstGeom>
        </p:spPr>
      </p:pic>
      <p:sp>
        <p:nvSpPr>
          <p:cNvPr id="22" name="Стрелка: вниз 21">
            <a:extLst>
              <a:ext uri="{FF2B5EF4-FFF2-40B4-BE49-F238E27FC236}">
                <a16:creationId xmlns:a16="http://schemas.microsoft.com/office/drawing/2014/main" id="{1136B395-770F-80CF-1D71-1E39F8510D82}"/>
              </a:ext>
            </a:extLst>
          </p:cNvPr>
          <p:cNvSpPr/>
          <p:nvPr/>
        </p:nvSpPr>
        <p:spPr>
          <a:xfrm>
            <a:off x="5878830" y="4679486"/>
            <a:ext cx="434340" cy="385411"/>
          </a:xfrm>
          <a:prstGeom prst="downArrow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1501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5A41804-7C81-5C79-DB1B-C1F4B97AC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815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BEA1B6-7157-9BD6-D317-C3993730F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STORY MAPPING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A8260A11-9794-64A3-924A-C7A376D7AE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40425" y="1935645"/>
            <a:ext cx="10850846" cy="207581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32B2DA4-5328-1581-9DFC-E2E6F7C887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4334276"/>
            <a:ext cx="10525941" cy="120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982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F3B14-C4F8-963C-2BF5-B8C4C59D6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4F5658A-4F1F-BEAB-3653-221F24C91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914" y="-33578"/>
            <a:ext cx="12253913" cy="6882926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48899-C5F6-4DFB-8FA6-C2C9FACDE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STORY MAPPING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39DD4F1-3F72-09B8-8B7A-8842D85BF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23" y="1681161"/>
            <a:ext cx="11669754" cy="110505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5BDEC13-B2FD-D3B8-B565-519BEF69E4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423" y="3386373"/>
            <a:ext cx="11669754" cy="111458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A75682F-DC60-430B-7396-8C96594E1C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423" y="5101112"/>
            <a:ext cx="5096586" cy="1105054"/>
          </a:xfrm>
          <a:prstGeom prst="rect">
            <a:avLst/>
          </a:prstGeom>
        </p:spPr>
      </p:pic>
      <p:sp>
        <p:nvSpPr>
          <p:cNvPr id="13" name="Стрелка: вниз 12">
            <a:extLst>
              <a:ext uri="{FF2B5EF4-FFF2-40B4-BE49-F238E27FC236}">
                <a16:creationId xmlns:a16="http://schemas.microsoft.com/office/drawing/2014/main" id="{CD136623-861E-9A3C-EEFA-416D230131EE}"/>
              </a:ext>
            </a:extLst>
          </p:cNvPr>
          <p:cNvSpPr/>
          <p:nvPr/>
        </p:nvSpPr>
        <p:spPr>
          <a:xfrm>
            <a:off x="5878830" y="2919665"/>
            <a:ext cx="434340" cy="385411"/>
          </a:xfrm>
          <a:prstGeom prst="downArrow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Стрелка: вниз 13">
            <a:extLst>
              <a:ext uri="{FF2B5EF4-FFF2-40B4-BE49-F238E27FC236}">
                <a16:creationId xmlns:a16="http://schemas.microsoft.com/office/drawing/2014/main" id="{2D070358-87D3-9FB5-22FD-C47B398217D2}"/>
              </a:ext>
            </a:extLst>
          </p:cNvPr>
          <p:cNvSpPr/>
          <p:nvPr/>
        </p:nvSpPr>
        <p:spPr>
          <a:xfrm>
            <a:off x="5878830" y="4662741"/>
            <a:ext cx="434340" cy="385411"/>
          </a:xfrm>
          <a:prstGeom prst="downArrow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7571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5363A65-3ACF-D874-4A94-99232C739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815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21DFB-CDE9-4BA9-8C65-9747D77C7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>
                <a:solidFill>
                  <a:schemeClr val="bg1"/>
                </a:solidFill>
              </a:rPr>
              <a:t>Бэклоги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1DEB0E1-11D4-25C3-9038-74BBA215E2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2875" y="2927278"/>
            <a:ext cx="11930063" cy="165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460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FB4B20-76CB-1DE9-34A5-7AA45F41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Системный ландшафт TO BE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3F27375-4A5B-0E64-C18B-BBC074B04F5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2808" y="1576447"/>
            <a:ext cx="9306705" cy="5281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660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815AAA2-F707-1FE6-4DB4-08C7A5632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815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C9D47D-87BE-442A-E15D-82CC73117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C4 CONTEXT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F1B47E8-9517-A31A-BE2D-E838D2490F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46035" y="1690688"/>
            <a:ext cx="7699930" cy="501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054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3340921-11D1-C187-5813-E025FD3FE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815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145BDD-7CD3-26BF-6563-B2019071B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C4 CONTAINER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09657DD-0BD4-707F-2095-ED4FA36B839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657" y="1592815"/>
            <a:ext cx="9794686" cy="5265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2671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7E864CE-C1F7-F7EF-7781-CE674566C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815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F35183-7692-39F7-6B0C-734A6F2D4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Парсер </a:t>
            </a:r>
            <a:r>
              <a:rPr lang="en-US" dirty="0">
                <a:solidFill>
                  <a:schemeClr val="bg1"/>
                </a:solidFill>
              </a:rPr>
              <a:t>hh.ru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DE861C6-6410-6882-A7AB-17AC92F61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599" y="1580840"/>
            <a:ext cx="9300801" cy="527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300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545AE41-E51C-7553-65FF-08F0E881E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7840" y="-111125"/>
            <a:ext cx="12389840" cy="695927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7385FA-BB68-0524-7228-969CA7913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11125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Парсер </a:t>
            </a:r>
            <a:r>
              <a:rPr lang="en-US" dirty="0">
                <a:solidFill>
                  <a:schemeClr val="bg1"/>
                </a:solidFill>
              </a:rPr>
              <a:t>hh.ru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45F907C-C1AA-1499-2EFC-BE85A3DCE3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1641"/>
          <a:stretch>
            <a:fillRect/>
          </a:stretch>
        </p:blipFill>
        <p:spPr>
          <a:xfrm>
            <a:off x="1915979" y="806450"/>
            <a:ext cx="8360041" cy="605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419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BE2B3BC-4187-E86D-43CE-248BE1EF7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866" y="-147955"/>
            <a:ext cx="12306866" cy="691266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E73195-ADD2-1086-AB87-1D66056D1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Панель сотрудника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DAC2763-E690-ABD8-0EAA-115C10A9FF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781" y="1447933"/>
            <a:ext cx="9606438" cy="5410067"/>
          </a:xfrm>
        </p:spPr>
      </p:pic>
    </p:spTree>
    <p:extLst>
      <p:ext uri="{BB962C8B-B14F-4D97-AF65-F5344CB8AC3E}">
        <p14:creationId xmlns:p14="http://schemas.microsoft.com/office/powerpoint/2010/main" val="405901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D98408-A5C6-7A3E-EAB4-D4DFDD3AC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815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1F2FCA-6728-DDF2-D9D8-B03FCC0E0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Панель сотрудника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0DAB812B-27F5-9BC3-0B8F-091EB6B1FC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560" y="1350331"/>
            <a:ext cx="7214879" cy="5497819"/>
          </a:xfrm>
        </p:spPr>
      </p:pic>
    </p:spTree>
    <p:extLst>
      <p:ext uri="{BB962C8B-B14F-4D97-AF65-F5344CB8AC3E}">
        <p14:creationId xmlns:p14="http://schemas.microsoft.com/office/powerpoint/2010/main" val="2775417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A93FA86-C0BF-B3D7-A083-9643AEFD0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866" y="-108473"/>
            <a:ext cx="12520226" cy="7032512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756272-B47E-A7E2-B73B-6227E6579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Телеграм-бот</a:t>
            </a:r>
          </a:p>
        </p:txBody>
      </p:sp>
      <p:pic>
        <p:nvPicPr>
          <p:cNvPr id="24" name="Объект 23">
            <a:extLst>
              <a:ext uri="{FF2B5EF4-FFF2-40B4-BE49-F238E27FC236}">
                <a16:creationId xmlns:a16="http://schemas.microsoft.com/office/drawing/2014/main" id="{E94C419A-CDC9-2644-748E-A56CAC540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86971" y="2427512"/>
            <a:ext cx="12492331" cy="3116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525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D0744FD-A553-7B88-189A-0489299AE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815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132BC8-C1BE-FD85-2AB1-9D10215C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0844" y="1588107"/>
            <a:ext cx="1352006" cy="1835967"/>
          </a:xfrm>
        </p:spPr>
        <p:txBody>
          <a:bodyPr>
            <a:normAutofit/>
          </a:bodyPr>
          <a:lstStyle/>
          <a:p>
            <a:pPr algn="ctr"/>
            <a:r>
              <a:rPr lang="ru-RU" sz="2000" dirty="0"/>
              <a:t>Телеграм-бот</a:t>
            </a:r>
          </a:p>
        </p:txBody>
      </p:sp>
      <p:pic>
        <p:nvPicPr>
          <p:cNvPr id="20" name="Объект 19">
            <a:extLst>
              <a:ext uri="{FF2B5EF4-FFF2-40B4-BE49-F238E27FC236}">
                <a16:creationId xmlns:a16="http://schemas.microsoft.com/office/drawing/2014/main" id="{9FAE126E-BC70-DEF7-CD1B-DD78502BC2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8" b="5276"/>
          <a:stretch>
            <a:fillRect/>
          </a:stretch>
        </p:blipFill>
        <p:spPr>
          <a:xfrm>
            <a:off x="1133685" y="1"/>
            <a:ext cx="11058315" cy="6782232"/>
          </a:xfrm>
        </p:spPr>
      </p:pic>
    </p:spTree>
    <p:extLst>
      <p:ext uri="{BB962C8B-B14F-4D97-AF65-F5344CB8AC3E}">
        <p14:creationId xmlns:p14="http://schemas.microsoft.com/office/powerpoint/2010/main" val="2557310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C4889E8-40C2-4769-78D4-3A569D736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9536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20E415-E9CB-02A9-50D2-E378B3CCF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Модуль кассы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0686935-47D7-D4B1-BC12-F09C2F1895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549" y="1418470"/>
            <a:ext cx="7652902" cy="5439530"/>
          </a:xfrm>
        </p:spPr>
      </p:pic>
    </p:spTree>
    <p:extLst>
      <p:ext uri="{BB962C8B-B14F-4D97-AF65-F5344CB8AC3E}">
        <p14:creationId xmlns:p14="http://schemas.microsoft.com/office/powerpoint/2010/main" val="14718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6936EE-759A-8B04-69C2-F58ADDA3E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815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A7FD63-1CF8-44BB-FA03-6FC28922F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723662"/>
            <a:ext cx="2231571" cy="1325563"/>
          </a:xfrm>
        </p:spPr>
        <p:txBody>
          <a:bodyPr/>
          <a:lstStyle/>
          <a:p>
            <a:r>
              <a:rPr lang="ru-RU" dirty="0"/>
              <a:t>Модуль кассы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7B2B3C9-D861-E876-E877-84CA82B9FD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2"/>
          <a:stretch>
            <a:fillRect/>
          </a:stretch>
        </p:blipFill>
        <p:spPr>
          <a:xfrm>
            <a:off x="2621280" y="449616"/>
            <a:ext cx="6741603" cy="6398534"/>
          </a:xfrm>
        </p:spPr>
      </p:pic>
    </p:spTree>
    <p:extLst>
      <p:ext uri="{BB962C8B-B14F-4D97-AF65-F5344CB8AC3E}">
        <p14:creationId xmlns:p14="http://schemas.microsoft.com/office/powerpoint/2010/main" val="1912548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37FFD28-78B1-EA8A-38E2-8FCD9BD5E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313920" cy="691663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B1989C-35F7-7E72-9420-001A318C7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Панель администратора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1C0C3B6-216A-7095-C328-247B6B842B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65000" y="1626518"/>
            <a:ext cx="9861999" cy="523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8687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01923A9-111F-FEC9-DC51-507B2D9E4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815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6C7F85-68F8-4D71-9DB2-40A19D89D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Панель администратора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72B3C710-1EC5-BA37-714C-530A37B795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88344" y="1555901"/>
            <a:ext cx="6615311" cy="529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9343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4C05739-E98C-0187-0B97-F7C529643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815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EB5E41-622E-C25B-0EA8-30648B602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База данных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2F2F910-96AF-DABB-B343-0D460FECCC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98520" y="1565323"/>
            <a:ext cx="5394960" cy="5241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829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9454DE3-057F-11EA-7830-207E0565D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9536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C6251F-5E71-916F-83B9-8DB7A216A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База данных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8C2FB3D-91DE-842C-3A7F-4A1B478902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60646" y="1610659"/>
            <a:ext cx="6470708" cy="524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8923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979482E-E715-B92F-ADD4-B4D5536B7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815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AB477A-AD4E-9F1A-4C78-2F2B8CE02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Backend API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94C68C9-81F6-D292-D403-8E5D455B2F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8116"/>
            <a:ext cx="12192000" cy="475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4771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D6CA7-DE91-C949-268B-511D4293D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AD3F3A-0DBA-5F33-AD16-C1FED0AF5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129" y="188776"/>
            <a:ext cx="2120537" cy="1325563"/>
          </a:xfrm>
        </p:spPr>
        <p:txBody>
          <a:bodyPr/>
          <a:lstStyle/>
          <a:p>
            <a:r>
              <a:rPr lang="en-US" dirty="0"/>
              <a:t>Backend API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24D35D8-CD10-3980-7EC5-0A545AFB6B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666" y="0"/>
            <a:ext cx="87653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8572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7AC3F-6539-E94A-0C35-E3B8DEE3E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C61E28-2952-7AB1-3866-7E298BD97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129" y="188776"/>
            <a:ext cx="2120537" cy="1325563"/>
          </a:xfrm>
        </p:spPr>
        <p:txBody>
          <a:bodyPr/>
          <a:lstStyle/>
          <a:p>
            <a:r>
              <a:rPr lang="en-US" dirty="0"/>
              <a:t>Backend API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5E1B8D5-24E7-36B1-F410-7880C30677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912" y="0"/>
            <a:ext cx="71287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0207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426BD-690A-2BD6-0F87-17AAC40B0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651D9-08D6-F30B-9027-8CE9809A5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129" y="188776"/>
            <a:ext cx="2120537" cy="1325563"/>
          </a:xfrm>
        </p:spPr>
        <p:txBody>
          <a:bodyPr/>
          <a:lstStyle/>
          <a:p>
            <a:r>
              <a:rPr lang="en-US" dirty="0"/>
              <a:t>Backend API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4879BC6-FF2E-0178-E290-AE04B05D71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228" y="-6531"/>
            <a:ext cx="63095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4849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Желтый и оранжевый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74</Words>
  <Application>Microsoft Office PowerPoint</Application>
  <PresentationFormat>Широкоэкранный</PresentationFormat>
  <Paragraphs>29</Paragraphs>
  <Slides>28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Тема Office</vt:lpstr>
      <vt:lpstr>Проблема</vt:lpstr>
      <vt:lpstr>CANVAS AS IS</vt:lpstr>
      <vt:lpstr>CANVAS TO BE</vt:lpstr>
      <vt:lpstr>Карта процессов AS IS</vt:lpstr>
      <vt:lpstr>Карта процессов TO BE</vt:lpstr>
      <vt:lpstr>STORY MAPPING</vt:lpstr>
      <vt:lpstr>STORY MAPPING</vt:lpstr>
      <vt:lpstr>STORY MAPPING</vt:lpstr>
      <vt:lpstr>Бэклоги</vt:lpstr>
      <vt:lpstr>Системный ландшафт TO BE</vt:lpstr>
      <vt:lpstr>C4 CONTEXT</vt:lpstr>
      <vt:lpstr>C4 CONTAINER</vt:lpstr>
      <vt:lpstr>Парсер hh.ru</vt:lpstr>
      <vt:lpstr>Парсер hh.ru</vt:lpstr>
      <vt:lpstr>Панель сотрудника</vt:lpstr>
      <vt:lpstr>Панель сотрудника</vt:lpstr>
      <vt:lpstr>Телеграм-бот</vt:lpstr>
      <vt:lpstr>Телеграм-бот</vt:lpstr>
      <vt:lpstr>Модуль кассы</vt:lpstr>
      <vt:lpstr>Модуль кассы</vt:lpstr>
      <vt:lpstr>Панель администратора</vt:lpstr>
      <vt:lpstr>Панель администратора</vt:lpstr>
      <vt:lpstr>База данных</vt:lpstr>
      <vt:lpstr>База данных</vt:lpstr>
      <vt:lpstr>Backend API</vt:lpstr>
      <vt:lpstr>Backend API</vt:lpstr>
      <vt:lpstr>Backend API</vt:lpstr>
      <vt:lpstr>Backend API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Vladislav</dc:creator>
  <cp:lastModifiedBy>Vladislav</cp:lastModifiedBy>
  <cp:revision>60</cp:revision>
  <dcterms:created xsi:type="dcterms:W3CDTF">2025-12-18T10:52:20Z</dcterms:created>
  <dcterms:modified xsi:type="dcterms:W3CDTF">2026-08-20T08:57:10Z</dcterms:modified>
</cp:coreProperties>
</file>